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DF0D-08FF-74E0-C657-1AF8F5184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E03BB-B771-9DD4-BED1-FF874B217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5DE3-50D0-DB84-CF01-CB1955D6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B886-1968-2AF4-1693-048B094B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83AC0-6D5A-2655-8CC2-614E3B3B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6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E698-ADAE-3C87-BB88-696BD294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C47CE-540B-6178-AAC3-57251CE70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CF228-3613-5EB9-3D49-9246ABB2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BF4C1-A5A4-6B61-C110-05A227A9C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D348F-7505-F7E1-9E04-48776B38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0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D2C58-D111-A2EE-F00E-4E1A31B3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8C934-3387-AA89-8549-3FF29BFDE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24C8-CB8E-FC85-5136-FEE2F272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74156-8405-21E2-4BA7-47843D50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23951-FFF1-EE8D-09A3-4A7C0DF4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74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CBC7-B022-AE20-E6D4-457CB106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BEC2D-BACD-D782-A77F-B24ECE142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DAD62-F101-64F3-9C93-1E864172A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AAD64-0BF1-2EDF-A618-2E95DBAF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AB6D1-0084-D2D6-4839-00DBF748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B55B6-C76E-C35F-83D5-9B151495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050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083C-06C4-E538-779D-8339FB156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708AC-D899-6752-A29F-309E0A477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01D8E-6B59-FE85-3895-283185307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F449A5-2C0D-F9D9-DF1E-F783CE0A7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BB1155-88A7-157F-944B-2D949EFF1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4BB2C-1E59-C92D-44D9-F0913224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9A851-B0D5-BED8-1EF6-C3E73310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EA59F6-5559-7E40-050B-10205939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5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2FF4A-426B-0122-5B62-8F4D44618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B2375-D228-8E30-B113-DDA0B227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67A6F-6F21-B85A-2D13-CBCC90A43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D5555-D229-55B4-5239-3C357B32A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39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17FCE-6CC9-513F-AF64-ACDE18659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B2156-F8CC-9798-7B10-62BC50E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6545B-3674-77EE-A95D-26CA7BB0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8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8F68D-5C6F-347D-F9B4-1BFA9AE60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0A72F-D72F-DA65-BADF-4B7A9974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77DC3-A011-CB55-A8BC-D524943E5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3986E-803E-B7A7-5AF9-5270C498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B69B6-7E54-0C16-4DB0-45F8B8C3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085DC-33DA-C1A7-C9FD-79478A1F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315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FE22-4491-3047-29C6-DF1F09A1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A9F35F-B291-8F4A-BEE7-D63DB6334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A8D0B-A631-A4AE-859C-DE62961D7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F9418-391C-5AD6-F3F2-F463D5845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BB7AE-C8E0-ADB8-5E28-E4374CC8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B4379-DEEF-354B-BDD7-C06070EA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85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5930-039D-84A2-A706-605AC316A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71A4D-471C-1755-6A99-809E67383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EDDA0-5CA0-024E-76C7-E2008CBD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F9B9B-4166-5110-A7B5-7A50601F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F8AC3-5BA9-1EF2-C9F0-111BF934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61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67C5F-1CAA-81FB-9BFA-293706DF1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9A2D3-EFA4-2612-D69F-D54FC8777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241E4-2F24-6EA3-325A-442EAEA8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E2B5A-156C-1CE2-AE17-781E5268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A0927-85BB-5333-5CFE-0389341B3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5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8ADBEC-51B1-111A-CC28-8F880D93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C8D46-3EC7-31F2-7E06-7D48CC92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94BCB-7503-649D-5C61-4981A49AA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FE010-E28E-4C9F-9240-42B46918700A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6CF94-0240-3F54-D3A4-E6ACE132A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3B2A0-6BC1-2924-D37F-4641CF847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9A9C2-9ACA-4B4A-9705-798BCAB8E8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73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8CA03A-A94B-EBBE-14B5-19F9579B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E90DAE-7316-89C7-B997-B083E287D637}"/>
              </a:ext>
            </a:extLst>
          </p:cNvPr>
          <p:cNvSpPr txBox="1"/>
          <p:nvPr/>
        </p:nvSpPr>
        <p:spPr>
          <a:xfrm>
            <a:off x="0" y="4919129"/>
            <a:ext cx="3911600" cy="193899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S DAVANA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SRUSTI M S 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TEJASWHI K Y</a:t>
            </a:r>
          </a:p>
          <a:p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VEERESH N ACHAR</a:t>
            </a:r>
          </a:p>
        </p:txBody>
      </p:sp>
    </p:spTree>
    <p:extLst>
      <p:ext uri="{BB962C8B-B14F-4D97-AF65-F5344CB8AC3E}">
        <p14:creationId xmlns:p14="http://schemas.microsoft.com/office/powerpoint/2010/main" val="9820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B8BA-D81F-F43D-433C-7A3D987B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9934" y="656153"/>
            <a:ext cx="3478491" cy="535021"/>
          </a:xfrm>
        </p:spPr>
        <p:txBody>
          <a:bodyPr>
            <a:normAutofit fontScale="90000"/>
          </a:bodyPr>
          <a:lstStyle/>
          <a:p>
            <a:r>
              <a:rPr lang="en-IN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D2973-394B-EE04-57C0-8ECE9B42F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47" y="903923"/>
            <a:ext cx="10844753" cy="5547674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essential for food production, but plant diseases reduce crop yield and quality. Manual disease identification is time-consuming and requires expert knowledge.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Artificial Intelligence (AI), TensorFlow Lite, Raspberry Pi, a camera, and an OLED display to detect plant diseases quickly and accurately through live camera images or uploaded images.</a:t>
            </a:r>
          </a:p>
          <a:p>
            <a:pPr marL="0" indent="0">
              <a:buNone/>
            </a:pP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Benefits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Smart Agriculture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Early Disease Detection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Higher Crop Yield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Easy to Use</a:t>
            </a:r>
          </a:p>
          <a:p>
            <a:pPr marL="0" indent="0">
              <a:buNone/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Saves Time and Effort</a:t>
            </a: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659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606A-3BDB-6E7B-8F85-9C9AEF65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011" y="37455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D6099-724B-0493-8A04-53C3885C7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679" y="1421254"/>
            <a:ext cx="11438642" cy="49962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plant disease detection has several limitations: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Requires expert inspection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Time-consuming process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Delay in disease identification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Reduced crop productivity</a:t>
            </a:r>
          </a:p>
          <a:p>
            <a:pPr marL="0" indent="0">
              <a:buNone/>
            </a:pPr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Difficult for farmers to detect diseases early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Solution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AI-based plant disease detection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0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7F9C5-C80C-6A8C-456E-2DF74DFA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364" y="813012"/>
            <a:ext cx="3501272" cy="75666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E882C-AB2E-E6A4-C91A-CF2A5A6A4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213" y="1693650"/>
            <a:ext cx="9196679" cy="4351338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an AI-based plant disease detection system.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diseases using a Raspberry Pi Camera.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 users to upload plant images for analysis.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disease name with confidence score.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 detected disease on an OLED display.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 simple web interface for farmers.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6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2736-FE8A-33F0-2D44-0ABFA927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573" y="317991"/>
            <a:ext cx="7240571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3EE07-2BD2-75A7-E08A-CC6A945AC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3111" cy="3208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Raspberry Pi 4 model B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Pi Camera Module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OLED Display </a:t>
            </a:r>
          </a:p>
          <a:p>
            <a:pPr marL="0" indent="0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540AF1-45A1-4D12-7743-E8F9CFCCDD62}"/>
              </a:ext>
            </a:extLst>
          </p:cNvPr>
          <p:cNvSpPr txBox="1">
            <a:spLocks/>
          </p:cNvSpPr>
          <p:nvPr/>
        </p:nvSpPr>
        <p:spPr>
          <a:xfrm>
            <a:off x="6580695" y="1825625"/>
            <a:ext cx="5883111" cy="3208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Python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TensorFlow Lite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OpenCV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Flask, HTML, CSS</a:t>
            </a:r>
          </a:p>
        </p:txBody>
      </p:sp>
    </p:spTree>
    <p:extLst>
      <p:ext uri="{BB962C8B-B14F-4D97-AF65-F5344CB8AC3E}">
        <p14:creationId xmlns:p14="http://schemas.microsoft.com/office/powerpoint/2010/main" val="322049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A273-5046-5310-C97F-9856495E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410" y="600795"/>
            <a:ext cx="3884629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86ABD-2C62-2E9B-8B49-46621476F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3736" y="1825625"/>
            <a:ext cx="10515600" cy="4351338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leaf image using live camera or upload image.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preprocess the image.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image into the TensorFlow Lite model.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disease class.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disease name and confidence.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disease name on OLED display.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 on the web application.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94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E82580-A254-F7ED-9CE3-A2B2ABAEA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2" t="1435" r="7804" b="1514"/>
          <a:stretch>
            <a:fillRect/>
          </a:stretch>
        </p:blipFill>
        <p:spPr>
          <a:xfrm>
            <a:off x="5113867" y="669304"/>
            <a:ext cx="5689250" cy="57409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CEE9E3-F4DD-66C7-3C5A-3A904834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67" y="826654"/>
            <a:ext cx="4116633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1624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CC4AF-EBA9-42B0-968D-D6D1488E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9681" y="500062"/>
            <a:ext cx="4167432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183D6-D90C-DF9A-92E7-08BA98E0D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97" y="136053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Raspberry Pi and Flask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Features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Live camera detection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Image upload detection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AI-based disease classification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OLED display output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Disease confidence score</a:t>
            </a: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User-friendly web interface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8448BB-45E9-6F6C-05E1-2B283A6506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3" t="16357" r="5807" b="26022"/>
          <a:stretch>
            <a:fillRect/>
          </a:stretch>
        </p:blipFill>
        <p:spPr>
          <a:xfrm>
            <a:off x="5872480" y="2538552"/>
            <a:ext cx="5750770" cy="410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1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586B-8882-E973-E06F-47F83F0A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666" y="506530"/>
            <a:ext cx="4176860" cy="64354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F0DC-3BA8-0811-F263-D2FCF7398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22" y="1175179"/>
            <a:ext cx="11872278" cy="1068404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detected plant diseases using both live camera and uploaded images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C77276-4353-06A6-89A8-33CB41BF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66" t="32303" r="26736" b="30171"/>
          <a:stretch>
            <a:fillRect/>
          </a:stretch>
        </p:blipFill>
        <p:spPr>
          <a:xfrm>
            <a:off x="3277386" y="1666349"/>
            <a:ext cx="5637228" cy="501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53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1DAA-295E-94F1-8673-BDAA9AA78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513" y="29913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809CF-9535-CF51-5722-19D04D885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85" y="1249165"/>
            <a:ext cx="10515600" cy="5121161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developed an AI-based plant disease detection system.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Raspberry Pi, Camera, OLED, and TensorFlow Lite.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both live camera and image upload.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quick and accurate disease prediction.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Detect more crop diseases.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 mobile application.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cloud database support.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IoT for remote monitoring.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automatic fertilizer and pesticide recommendations.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56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437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Introduction </vt:lpstr>
      <vt:lpstr>Problem Statement </vt:lpstr>
      <vt:lpstr>Objectives </vt:lpstr>
      <vt:lpstr>Hardware and Software Used </vt:lpstr>
      <vt:lpstr>Methodology </vt:lpstr>
      <vt:lpstr>System  Architecture</vt:lpstr>
      <vt:lpstr>Implementation </vt:lpstr>
      <vt:lpstr>Results</vt:lpstr>
      <vt:lpstr>Conclusion &amp; 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TEJASWHI K Y</dc:creator>
  <cp:lastModifiedBy>TEJASWHI K Y</cp:lastModifiedBy>
  <cp:revision>3</cp:revision>
  <dcterms:created xsi:type="dcterms:W3CDTF">2026-07-10T17:41:58Z</dcterms:created>
  <dcterms:modified xsi:type="dcterms:W3CDTF">2026-07-11T07:16:58Z</dcterms:modified>
</cp:coreProperties>
</file>